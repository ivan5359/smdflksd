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3176268a474937" /><Relationship Type="http://schemas.openxmlformats.org/officeDocument/2006/relationships/extended-properties" Target="/docProps/app.xml" Id="R24de2f03da3e43d9" /><Relationship Type="http://schemas.openxmlformats.org/officeDocument/2006/relationships/officeDocument" Target="/ppt/presentation.xml" Id="Rb3da6947136a4d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c2c22ad29945d6"/>
  </p:sldMasterIdLst>
  <p:notesMasterIdLst>
    <p:notesMasterId xmlns:r="http://schemas.openxmlformats.org/officeDocument/2006/relationships" r:id="R962178c1cc65456f"/>
  </p:notesMasterIdLst>
  <p:sldIdLst>
    <p:sldId xmlns:r="http://schemas.openxmlformats.org/officeDocument/2006/relationships" id="256" r:id="R2239ace81df34023"/>
    <p:sldId xmlns:r="http://schemas.openxmlformats.org/officeDocument/2006/relationships" id="257" r:id="R4aa4f55c45c94d60"/>
    <p:sldId xmlns:r="http://schemas.openxmlformats.org/officeDocument/2006/relationships" id="258" r:id="R804907a1ee4c4b5f"/>
    <p:sldId xmlns:r="http://schemas.openxmlformats.org/officeDocument/2006/relationships" id="259" r:id="R81d6a810d2c64bb7"/>
    <p:sldId xmlns:r="http://schemas.openxmlformats.org/officeDocument/2006/relationships" id="260" r:id="Rdddad60f6dc1459a"/>
    <p:sldId xmlns:r="http://schemas.openxmlformats.org/officeDocument/2006/relationships" id="261" r:id="R5f5288adb1b34044"/>
    <p:sldId xmlns:r="http://schemas.openxmlformats.org/officeDocument/2006/relationships" id="262" r:id="Ra06d41d31c684fc7"/>
    <p:sldId xmlns:r="http://schemas.openxmlformats.org/officeDocument/2006/relationships" id="263" r:id="Rea2fd35990ad4fec"/>
    <p:sldId xmlns:r="http://schemas.openxmlformats.org/officeDocument/2006/relationships" id="264" r:id="R34ca228ecd8044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f00df1ab214a3d" /><Relationship Type="http://schemas.openxmlformats.org/officeDocument/2006/relationships/slideMaster" Target="/ppt/slideMasters/slideMaster1.xml" Id="R84c2c22ad29945d6" /><Relationship Type="http://schemas.openxmlformats.org/officeDocument/2006/relationships/notesMaster" Target="/ppt/notesMasters/notesMaster1.xml" Id="R962178c1cc65456f" /><Relationship Type="http://schemas.openxmlformats.org/officeDocument/2006/relationships/presProps" Target="/ppt/presProps.xml" Id="R1762941b23b44133" /><Relationship Type="http://schemas.openxmlformats.org/officeDocument/2006/relationships/tableStyles" Target="/ppt/tableStyles.xml" Id="R62864b4997c142fb" /><Relationship Type="http://schemas.openxmlformats.org/officeDocument/2006/relationships/slide" Target="/ppt/slides/slide1.xml" Id="R2239ace81df34023" /><Relationship Type="http://schemas.openxmlformats.org/officeDocument/2006/relationships/slide" Target="/ppt/slides/slide2.xml" Id="R4aa4f55c45c94d60" /><Relationship Type="http://schemas.openxmlformats.org/officeDocument/2006/relationships/slide" Target="/ppt/slides/slide3.xml" Id="R804907a1ee4c4b5f" /><Relationship Type="http://schemas.openxmlformats.org/officeDocument/2006/relationships/slide" Target="/ppt/slides/slide4.xml" Id="R81d6a810d2c64bb7" /><Relationship Type="http://schemas.openxmlformats.org/officeDocument/2006/relationships/slide" Target="/ppt/slides/slide5.xml" Id="Rdddad60f6dc1459a" /><Relationship Type="http://schemas.openxmlformats.org/officeDocument/2006/relationships/slide" Target="/ppt/slides/slide6.xml" Id="R5f5288adb1b34044" /><Relationship Type="http://schemas.openxmlformats.org/officeDocument/2006/relationships/slide" Target="/ppt/slides/slide7.xml" Id="Ra06d41d31c684fc7" /><Relationship Type="http://schemas.openxmlformats.org/officeDocument/2006/relationships/slide" Target="/ppt/slides/slide8.xml" Id="Rea2fd35990ad4fec" /><Relationship Type="http://schemas.openxmlformats.org/officeDocument/2006/relationships/slide" Target="/ppt/slides/slide9.xml" Id="R34ca228ecd8044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3ccd52b4e4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3b6d48d2734c60" /><Relationship Type="http://schemas.openxmlformats.org/officeDocument/2006/relationships/notesMaster" Target="/ppt/notesMasters/notesMaster1.xml" Id="R0a950e2f850d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6cf6e2c9fd4836" /><Relationship Type="http://schemas.openxmlformats.org/officeDocument/2006/relationships/notesMaster" Target="/ppt/notesMasters/notesMaster1.xml" Id="R03d72cdf14bb42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1e18567f6640fa" /><Relationship Type="http://schemas.openxmlformats.org/officeDocument/2006/relationships/notesMaster" Target="/ppt/notesMasters/notesMaster1.xml" Id="Reef49ea69faf4b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af7d31985e4cc5" /><Relationship Type="http://schemas.openxmlformats.org/officeDocument/2006/relationships/notesMaster" Target="/ppt/notesMasters/notesMaster1.xml" Id="R057f7aed7bf447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65d774e3b24014" /><Relationship Type="http://schemas.openxmlformats.org/officeDocument/2006/relationships/notesMaster" Target="/ppt/notesMasters/notesMaster1.xml" Id="Rf605d015936c4f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3f3e3212f24be7" /><Relationship Type="http://schemas.openxmlformats.org/officeDocument/2006/relationships/notesMaster" Target="/ppt/notesMasters/notesMaster1.xml" Id="R3328986ecc9046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c5a7d569f04997" /><Relationship Type="http://schemas.openxmlformats.org/officeDocument/2006/relationships/notesMaster" Target="/ppt/notesMasters/notesMaster1.xml" Id="R7526632359a244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c0b6289ef74bee" /><Relationship Type="http://schemas.openxmlformats.org/officeDocument/2006/relationships/notesMaster" Target="/ppt/notesMasters/notesMaster1.xml" Id="R9ed0c90c0cbd43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167d075e4948fc" /><Relationship Type="http://schemas.openxmlformats.org/officeDocument/2006/relationships/notesMaster" Target="/ppt/notesMasters/notesMaster1.xml" Id="R646215f3bb99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f6311090a4e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1f542ba6c40c4" /><Relationship Type="http://schemas.openxmlformats.org/officeDocument/2006/relationships/slideLayout" Target="/ppt/slideLayouts/slideLayout1.xml" Id="Rfcd902c837af4c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902c837af4c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52c44a2594d56" /><Relationship Type="http://schemas.openxmlformats.org/officeDocument/2006/relationships/notesSlide" Target="/ppt/notesSlides/notesSlide1.xml" Id="R531194a36c884e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9b828cf054486" /><Relationship Type="http://schemas.openxmlformats.org/officeDocument/2006/relationships/notesSlide" Target="/ppt/notesSlides/notesSlide2.xml" Id="R81e6ce8644534f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14e49ec05460f" /><Relationship Type="http://schemas.openxmlformats.org/officeDocument/2006/relationships/notesSlide" Target="/ppt/notesSlides/notesSlide3.xml" Id="R94415c65593648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a0c63782d4446" /><Relationship Type="http://schemas.openxmlformats.org/officeDocument/2006/relationships/image" Target="/ppt/media/image.jpeg" Id="R2e73f270a6c248df" /><Relationship Type="http://schemas.openxmlformats.org/officeDocument/2006/relationships/notesSlide" Target="/ppt/notesSlides/notesSlide4.xml" Id="R8773a9c8ad424a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0a04c55934475" /><Relationship Type="http://schemas.openxmlformats.org/officeDocument/2006/relationships/notesSlide" Target="/ppt/notesSlides/notesSlide5.xml" Id="R2653e5d791a34c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2d7027c274722" /><Relationship Type="http://schemas.openxmlformats.org/officeDocument/2006/relationships/image" Target="/ppt/media/image2.jpeg" Id="Re92e3a101a774db4" /><Relationship Type="http://schemas.openxmlformats.org/officeDocument/2006/relationships/notesSlide" Target="/ppt/notesSlides/notesSlide6.xml" Id="Rd650cf5779674d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82af76a9f4ef1" /><Relationship Type="http://schemas.openxmlformats.org/officeDocument/2006/relationships/notesSlide" Target="/ppt/notesSlides/notesSlide7.xml" Id="Re0131bdb1f354e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d07086b114106" /><Relationship Type="http://schemas.openxmlformats.org/officeDocument/2006/relationships/notesSlide" Target="/ppt/notesSlides/notesSlide8.xml" Id="Ra40aac901daf4b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2af1ca4a64a7e" /><Relationship Type="http://schemas.openxmlformats.org/officeDocument/2006/relationships/notesSlide" Target="/ppt/notesSlides/notesSlide9.xml" Id="R0b61aa86794c45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BA637B-37C9-4F7A-AF8D-73D03581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670B2-5F31-4C19-BFB5-6275C7BC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98F4A-4313-46FB-822F-36892FBC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EAFD"/>
                </a:solidFill>
              </a:defRPr>
            </a:pPr>
            <a:r>
              <a:rPr sz="1200" b="1">
                <a:solidFill>
                  <a:srgbClr val="53EAFD"/>
                </a:solidFill>
              </a:rPr>
              <a:t>SITEMONEY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0AD50-0854-4FB4-B882-EF0D4965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Гайд по продукту и интерфейсу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7AC09-52D6-43BB-9DA0-7D839959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AD5E2"/>
                </a:solidFill>
              </a:defRPr>
            </a:pPr>
            <a:r>
              <a:rPr sz="1800" b="0">
                <a:solidFill>
                  <a:srgbClr val="CAD5E2"/>
                </a:solidFill>
              </a:rPr>
              <a:t>Как искать бизнесы по миру, находить слабые сайты, собирать money-лиды, проверять их в Workbench и готовить pitch для продажи услуги.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9E246-AD97-4E2D-BEA1-E76A316E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524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293D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3EAFD"/>
                </a:solidFill>
              </a:defRPr>
            </a:pPr>
            <a:r>
              <a:rPr sz="1200" b="1">
                <a:solidFill>
                  <a:srgbClr val="53EAFD"/>
                </a:solidFill>
              </a:rPr>
              <a:t>Railway 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43833-7B60-40EC-A952-DD537B55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web-production-b74c9.up.railway.app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02759-8444-41AB-9EC7-9012EF28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2857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4F35F-C925-4AE7-B483-940EBF37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001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EAFD"/>
                </a:solidFill>
              </a:defRPr>
            </a:pPr>
            <a:r>
              <a:rPr sz="3000" b="1">
                <a:solidFill>
                  <a:srgbClr val="53EAFD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7A1B3-B9B2-4A01-819B-47BD95C3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716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hot-лидов в тесте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A83D3-143C-4C21-9C6B-49A148A5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2857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EACC2-4F92-43EA-99E8-B796DD13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EAFD"/>
                </a:solidFill>
              </a:defRPr>
            </a:pPr>
            <a:r>
              <a:rPr sz="3000" b="1">
                <a:solidFill>
                  <a:srgbClr val="53EAFD"/>
                </a:solidFill>
              </a:rPr>
              <a:t>$5.8k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184B6-8761-44FF-BFD8-3F98CFEE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примерный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F8673-4B4E-40CC-8A0F-FB0BCB36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2857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11337-0873-4013-BE9A-021802FB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24350"/>
            <a:ext cx="2400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EAFD"/>
                </a:solidFill>
              </a:defRPr>
            </a:pPr>
            <a:r>
              <a:rPr sz="3000" b="1">
                <a:solidFill>
                  <a:srgbClr val="53EAFD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32E16-7A19-480B-9458-800445A7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действия: сайт, карта, поиск</a:t>
            </a:r>
          </a:p>
        </p:txBody>
      </p:sp>
    </p:spTree>
    <p:extLst>
      <p:ext uri="{BB962C8B-B14F-4D97-AF65-F5344CB8AC3E}">
        <p14:creationId xmlns:p14="http://schemas.microsoft.com/office/powerpoint/2010/main" val="457569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B2B28-F412-44B4-9F0A-F702B376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B5A28-3DE2-44ED-8189-E940E471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88EAE-3142-4743-A0DD-712BBD4F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01 / ЧТО МЫ ДЕЛАЕМ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C752-0C5C-4A44-9516-EEF83D17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Мы продаем не дизайн, а быстрые заявки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C2C47-EEAC-48F4-9006-BF4B3D5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5E2"/>
                </a:solidFill>
              </a:defRPr>
            </a:pPr>
            <a:r>
              <a:rPr sz="1650" b="0">
                <a:solidFill>
                  <a:srgbClr val="CAD5E2"/>
                </a:solidFill>
              </a:rPr>
              <a:t>Инструмент помогает найти владельцев малого бизнеса, у которых сайт или отсутствие сайта мешает получать заявки.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47F06-7DE0-4257-A112-BA5CA321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E48C9-9BE3-40F8-8088-5D086449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Ищем бизнесы по городам и странам через открытые карты.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FE964-A551-4D3C-B13F-A4715848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9DF12-1AAB-454E-BC73-DB922186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Проверяем сайт: CTA, формы, телефон, доверие, локальные сигналы.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3AF68-17E8-42ED-897C-C217EC51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D6E53-F44B-4F99-A191-41F2887E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909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Считаем, где есть понятная денежная причина написать владельцу.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4A3A3-BCC2-4018-9182-D6FFF7C0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E1639-F67A-497D-8152-8D2B1394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Открываем лид в Workbench: сайт, карта, Google, pitch, CRM и аудит.</a:t>
            </a:r>
          </a:p>
        </p:txBody>
      </p:sp>
    </p:spTree>
    <p:extLst>
      <p:ext uri="{BB962C8B-B14F-4D97-AF65-F5344CB8AC3E}">
        <p14:creationId xmlns:p14="http://schemas.microsoft.com/office/powerpoint/2010/main" val="1594184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392AF-CE0F-41D6-A534-B73FFA63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8EAE8-FDC6-42B2-B6B3-444FE9C2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27AD2-41E6-4504-BAB4-72AA4D80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02 / ПОТОК РАБОТЫ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158EB0-6418-46CE-8A1F-08E9F8B8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От ниши до сообщения владельцу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6900A-A1AC-4561-A350-03648AE6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5E2"/>
                </a:solidFill>
              </a:defRPr>
            </a:pPr>
            <a:r>
              <a:rPr sz="1650" b="0">
                <a:solidFill>
                  <a:srgbClr val="CAD5E2"/>
                </a:solidFill>
              </a:rPr>
              <a:t>Один рабочий цикл занимает минуты: выбрать нишу, запустить поиск, взять hot-лиды, отправить вручную.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0E78C-DBDF-40F2-A7A7-B456A9B4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2956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2043D-285A-4167-88B1-B2A3FE15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EAFD"/>
                </a:solidFill>
              </a:defRPr>
            </a:pPr>
            <a:r>
              <a:rPr sz="2700" b="1">
                <a:solidFill>
                  <a:srgbClr val="53EAFD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178A6-3A9F-4000-8B35-ACE7D492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Выбери нишу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1F488-55EF-44C3-A3FE-47322C0C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5E2"/>
                </a:solidFill>
              </a:defRPr>
            </a:pPr>
            <a:r>
              <a:rPr sz="1200" b="0">
                <a:solidFill>
                  <a:srgbClr val="CAD5E2"/>
                </a:solidFill>
              </a:rPr>
              <a:t>Dentist, clinic, lawyer, HVAC, hotel, salon или своя ниша.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DEC61-7960-4479-B2B2-2B7920D3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32956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82F6F-FCB3-49E4-9836-4D7109AE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00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EAFD"/>
                </a:solidFill>
              </a:defRPr>
            </a:pPr>
            <a:r>
              <a:rPr sz="2700" b="1">
                <a:solidFill>
                  <a:srgbClr val="53EAFD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B4378-85A7-4F5A-A522-076B3D29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81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Выбери гео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C29A2-9E90-4CD3-8B27-2B844822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432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5E2"/>
                </a:solidFill>
              </a:defRPr>
            </a:pPr>
            <a:r>
              <a:rPr sz="1200" b="0">
                <a:solidFill>
                  <a:srgbClr val="CAD5E2"/>
                </a:solidFill>
              </a:rPr>
              <a:t>USA money, EU cities, Gulf, World scan или список городов.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C751B-1D17-4853-A280-A766CC7F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32956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5BFF6-BF10-42A3-B94B-892907DF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EAFD"/>
                </a:solidFill>
              </a:defRPr>
            </a:pPr>
            <a:r>
              <a:rPr sz="2700" b="1">
                <a:solidFill>
                  <a:srgbClr val="53EAFD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E3952-2AFC-4887-9038-B996961B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Запусти Money Machine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B4EFE-A3D8-4394-9A67-F3B3540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5E2"/>
                </a:solidFill>
              </a:defRPr>
            </a:pPr>
            <a:r>
              <a:rPr sz="1200" b="0">
                <a:solidFill>
                  <a:srgbClr val="CAD5E2"/>
                </a:solidFill>
              </a:rPr>
              <a:t>Сервис сам ищет бизнесы, сортирует и считает pipeline.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818CA-6849-44C5-9512-6128EC4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7048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6458D-0667-48A9-94F6-F4F6EE40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196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EAFD"/>
                </a:solidFill>
              </a:defRPr>
            </a:pPr>
            <a:r>
              <a:rPr sz="2700" b="1">
                <a:solidFill>
                  <a:srgbClr val="53EAF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E15D8-5E0F-4F94-B6B5-97DD1458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005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Скопируй pitch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94DA6-410C-4236-A3FD-5DDFD0E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6250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5E2"/>
                </a:solidFill>
              </a:defRPr>
            </a:pPr>
            <a:r>
              <a:rPr sz="1200" b="0">
                <a:solidFill>
                  <a:srgbClr val="CAD5E2"/>
                </a:solidFill>
              </a:rPr>
              <a:t>Добавь лид в CRM и отправь текст владельцу вручную.</a:t>
            </a:r>
          </a:p>
        </p:txBody>
      </p:sp>
    </p:spTree>
    <p:extLst>
      <p:ext uri="{BB962C8B-B14F-4D97-AF65-F5344CB8AC3E}">
        <p14:creationId xmlns:p14="http://schemas.microsoft.com/office/powerpoint/2010/main" val="1260749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9912C0-A766-4B9A-8A27-84EBCC88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49654-6405-4B8C-B0A4-C4F5CAA4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27358-238F-4D47-AFB8-96E74AB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03 / ИНТЕРФЕЙС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F77BE-21C4-4D05-9C65-36D98F8F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Главный экран: управление и сделка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16EC2-B807-4333-9732-04123C5A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5E2"/>
                </a:solidFill>
              </a:defRPr>
            </a:pPr>
            <a:r>
              <a:rPr sz="1650" b="0">
                <a:solidFill>
                  <a:srgbClr val="CAD5E2"/>
                </a:solidFill>
              </a:rPr>
              <a:t>На первом экране видны настройки, радар целей, текущий аудит, CRM и экспорт.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3f270a6c248df"/>
          <a:srcRect xmlns:a="http://schemas.openxmlformats.org/drawingml/2006/main" l="0" t="27260" r="0" b="272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81250"/>
            <a:ext cx="10820400" cy="3695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</p:spTree>
    <p:extLst>
      <p:ext uri="{BB962C8B-B14F-4D97-AF65-F5344CB8AC3E}">
        <p14:creationId xmlns:p14="http://schemas.microsoft.com/office/powerpoint/2010/main" val="840465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3829CE-833F-4F27-B4C1-F319566D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3EF26-9B4E-4861-8EA3-D74C80DC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3F55A-B830-40D1-A7A4-AD5B46D6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04 / MONEY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E2A9F-AFED-4496-BBDF-B96044E7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Главный блок для заработка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FD21C-1401-471A-A0FF-E2387983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5E2"/>
                </a:solidFill>
              </a:defRPr>
            </a:pPr>
            <a:r>
              <a:rPr sz="1650" b="0">
                <a:solidFill>
                  <a:srgbClr val="CAD5E2"/>
                </a:solidFill>
              </a:rPr>
              <a:t>Сюда смотри первым после запуска поиска. Он показывает, какие лиды брать, что им предлагать и куда нажимать дальше.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BC04C-6F0F-4A90-9FC5-B4620B26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81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B4333-9B42-4A80-9823-0709740D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EAFD"/>
                </a:solidFill>
              </a:defRPr>
            </a:pPr>
            <a:r>
              <a:rPr sz="3000" b="1">
                <a:solidFill>
                  <a:srgbClr val="53EAFD"/>
                </a:solidFill>
              </a:rPr>
              <a:t>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E1CAA-8CFA-4BF6-9E44-17F0A5F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самые приоритетные лиды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2F28A-7B03-4C4A-B6C1-6C4DF10E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381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16C70-858F-4252-872D-DB6E5826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EAFD"/>
                </a:solidFill>
              </a:defRPr>
            </a:pPr>
            <a:r>
              <a:rPr sz="3000" b="1">
                <a:solidFill>
                  <a:srgbClr val="53EAFD"/>
                </a:solidFill>
              </a:rPr>
              <a:t>$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714D9-8817-4711-B9D3-A388DBDD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оценка сделки и retainer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2F04C-36E2-4E72-B6DD-9B44FF76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81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97C84-577F-449D-979B-95C0F79E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EAFD"/>
                </a:solidFill>
              </a:defRPr>
            </a:pPr>
            <a:r>
              <a:rPr sz="3000" b="1">
                <a:solidFill>
                  <a:srgbClr val="53EAFD"/>
                </a:solidFill>
              </a:rPr>
              <a:t>Pitch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A0EC6-2B0B-4714-928C-9BA902D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готовый текст обращения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9D335-27C3-46DA-B6A9-BCB9C073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381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F3199-5EFD-4754-8011-041E614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EAFD"/>
                </a:solidFill>
              </a:defRPr>
            </a:pPr>
            <a:r>
              <a:rPr sz="3000" b="1">
                <a:solidFill>
                  <a:srgbClr val="53EAFD"/>
                </a:solidFill>
              </a:rPr>
              <a:t>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2A57C-17A3-4A47-ABA2-DD89844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5280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AD5E2"/>
                </a:solidFill>
              </a:defRPr>
            </a:pPr>
            <a:r>
              <a:rPr sz="1275" b="0">
                <a:solidFill>
                  <a:srgbClr val="CAD5E2"/>
                </a:solidFill>
              </a:rPr>
              <a:t>выгрузка для таблицы/CRM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9C2EF8-7E57-418A-BF33-F9ABF885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3EAFD"/>
                </a:solidFill>
              </a:defRPr>
            </a:pPr>
            <a:r>
              <a:rPr sz="2100" b="1">
                <a:solidFill>
                  <a:srgbClr val="53EAFD"/>
                </a:solidFill>
              </a:rPr>
              <a:t>Кнопка: Запустить money machine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35EF2-7D31-4BC4-9FA8-38D1732F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Результат: hot/warm лиды, Lead Workbench, оффер, цена, client opportunity, safe-аудит, карта, поиск и pitch.</a:t>
            </a:r>
          </a:p>
        </p:txBody>
      </p:sp>
    </p:spTree>
    <p:extLst>
      <p:ext uri="{BB962C8B-B14F-4D97-AF65-F5344CB8AC3E}">
        <p14:creationId xmlns:p14="http://schemas.microsoft.com/office/powerpoint/2010/main" val="392722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A175C-D181-4F2F-97A0-61FCBDCA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EBC5A-BB45-42DB-BFDF-6A77BBF9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BA71B-B8EF-43C1-B35B-1AF938D6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05 / КАК ЧИТАТЬ КАРТОЧКУ ЛИДА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1E7AD-CD2F-4A34-8C32-8C08E49B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Что значит каждый показатель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048E7-75D0-4AC7-8FC7-C1D16EE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5E2"/>
                </a:solidFill>
              </a:defRPr>
            </a:pPr>
            <a:r>
              <a:rPr sz="1650" b="0">
                <a:solidFill>
                  <a:srgbClr val="CAD5E2"/>
                </a:solidFill>
              </a:rPr>
              <a:t>Карточка помогает быстро решить: писать бизнесу сейчас или пропустить.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47B94-7A46-40F3-9DC8-255C3844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B2E31-AD1F-4285-B7D5-F1094AB5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Money score: чем выше, тем понятнее причина для продажи.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29828-4C14-4A6C-B901-72F8A230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93BC5-836A-4DD8-8597-B0845260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Opportunity: слабое место бизнеса, например нет сайта или нет формы.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A602C-4A78-4EEB-88E6-20D853F9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C56E9-8BDC-4987-81C5-8CEDD98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Offer + deal value: что продаем и за сколько брать первый шаг.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AD728-2E3E-4776-99D4-13AA5CED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7B076-D82D-4E0C-BA28-95E76416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Проверить сайт: запускает аудит внутри SiteMoney, без ухода на битую страницу.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5A3FB-4B33-48D4-A7E3-363345CD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5484A-DF4F-4D58-8553-34EB1F0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Сайт/Карта/Поиск/Pitch/Бриф: готовые действия по одному лиду.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e3a101a774db4"/>
          <a:srcRect xmlns:a="http://schemas.openxmlformats.org/drawingml/2006/main" l="0" t="5569" r="0" b="5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257300"/>
            <a:ext cx="2476500" cy="49530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</p:spTree>
    <p:extLst>
      <p:ext uri="{BB962C8B-B14F-4D97-AF65-F5344CB8AC3E}">
        <p14:creationId xmlns:p14="http://schemas.microsoft.com/office/powerpoint/2010/main" val="1252781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1B1BC0-0265-46E7-84F8-2168FA26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14568-89DD-4BE1-9BA7-577DF6BB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06439-6565-44A1-9739-273F7C8F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06 / CRM И ЭКСПОРТ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04545-C20B-48FF-84B2-75873154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Как не потерять лиды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195C7-7FA6-4E86-AA94-4D025ED1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5E2"/>
                </a:solidFill>
              </a:defRPr>
            </a:pPr>
            <a:r>
              <a:rPr sz="1650" b="0">
                <a:solidFill>
                  <a:srgbClr val="CAD5E2"/>
                </a:solidFill>
              </a:rPr>
              <a:t>Сохраняй только тех, кому реально можно написать. Остальное экспортируй для таблицы и дальнейшей работы.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CC265-7304-4FAE-AF05-FB19626B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FC731-8867-489A-B2EE-F41C9A9D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EAFD"/>
                </a:solidFill>
              </a:defRPr>
            </a:pPr>
            <a:r>
              <a:rPr sz="2700" b="1">
                <a:solidFill>
                  <a:srgbClr val="53EAFD"/>
                </a:solidFill>
              </a:rPr>
              <a:t>CRM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AE1D2-7121-4E29-A4D7-2D85E88E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Добавить в 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8BAEA-8604-4D35-B4CE-FA5C1E50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5E2"/>
                </a:solidFill>
              </a:defRPr>
            </a:pPr>
            <a:r>
              <a:rPr sz="1200" b="0">
                <a:solidFill>
                  <a:srgbClr val="CAD5E2"/>
                </a:solidFill>
              </a:rPr>
              <a:t>Создает задачу: кому писать, какой оффер, когда follow-up.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B2BCD-3509-4E00-85B0-16EB1C62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CA77B0-4C46-4A9C-8E45-392C224B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43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EAFD"/>
                </a:solidFill>
              </a:defRPr>
            </a:pPr>
            <a:r>
              <a:rPr sz="2700" b="1">
                <a:solidFill>
                  <a:srgbClr val="53EAFD"/>
                </a:solidFill>
              </a:rPr>
              <a:t>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A7A68-1AC5-4709-BDA9-72816BF2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CSV money machine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D8684-8973-4E3F-B4BD-ECF69213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861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5E2"/>
                </a:solidFill>
              </a:defRPr>
            </a:pPr>
            <a:r>
              <a:rPr sz="1200" b="0">
                <a:solidFill>
                  <a:srgbClr val="CAD5E2"/>
                </a:solidFill>
              </a:rPr>
              <a:t>Имя, город, контакт, money score, оффер, цена и pitch.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A7152-53EC-408E-8700-CDB1E23A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BD56F-14C8-486E-B3EC-5F4BD9D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EAFD"/>
                </a:solidFill>
              </a:defRPr>
            </a:pPr>
            <a:r>
              <a:rPr sz="2700" b="1">
                <a:solidFill>
                  <a:srgbClr val="53EAFD"/>
                </a:solidFill>
              </a:rPr>
              <a:t>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C46C2-70B7-4DA6-B3F8-26CEE54C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Отчет для клиента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96821-4015-4221-BB2C-BFCA462C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5E2"/>
                </a:solidFill>
              </a:defRPr>
            </a:pPr>
            <a:r>
              <a:rPr sz="1200" b="0">
                <a:solidFill>
                  <a:srgbClr val="CAD5E2"/>
                </a:solidFill>
              </a:rPr>
              <a:t>HTML/JSON/CSV можно использовать как доказательство аудита.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2CAC5-4D37-4635-A343-552ADC59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3141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EAE53-9030-45A9-A905-2D171F2F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EAFD"/>
                </a:solidFill>
              </a:defRPr>
            </a:pPr>
            <a:r>
              <a:rPr sz="2700" b="1">
                <a:solidFill>
                  <a:srgbClr val="53EAFD"/>
                </a:solidFill>
              </a:rPr>
              <a:t>48h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6E68B-F2AF-44A3-A822-956B54EB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9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Follow-up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58AE8A-6D92-4528-956B-8A874FC4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815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AD5E2"/>
                </a:solidFill>
              </a:defRPr>
            </a:pPr>
            <a:r>
              <a:rPr sz="1200" b="0">
                <a:solidFill>
                  <a:srgbClr val="CAD5E2"/>
                </a:solidFill>
              </a:rPr>
              <a:t>Если ответа нет, отправляй короткое напоминание через 48 часов.</a:t>
            </a:r>
          </a:p>
        </p:txBody>
      </p:sp>
    </p:spTree>
    <p:extLst>
      <p:ext uri="{BB962C8B-B14F-4D97-AF65-F5344CB8AC3E}">
        <p14:creationId xmlns:p14="http://schemas.microsoft.com/office/powerpoint/2010/main" val="34134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F5658-CDAC-4E09-ACE0-D262385B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655CF-7387-461D-B354-CD2AAB58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7169B-E3DA-4AD0-8B14-5A141797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07 / КАК ЭТО МОЖЕТ ПРИНОСИТЬ ДЕНЬГИ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64FC2-8DE4-417F-A14B-CF0A57B3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Простая схема продажи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F87DF-2F32-4312-8A2F-C5677122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5E2"/>
                </a:solidFill>
              </a:defRPr>
            </a:pPr>
            <a:r>
              <a:rPr sz="1650" b="0">
                <a:solidFill>
                  <a:srgbClr val="CAD5E2"/>
                </a:solidFill>
              </a:rPr>
              <a:t>Доход не гарантирован, но инструмент убирает самую долгую часть: поиск, отбор и подготовку предложения.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431C2-A405-450A-98CA-697C931E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B34B3-CC2B-424A-A48C-937A1EFD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Бери ниши с высоким чеком: стоматологи, юристы, клиники, HVAC, отели.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0D205-47F4-4FA9-91C0-ADFEF1FB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02C2D-BA5F-44A9-B91B-D76DD9ED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Пиши только тем, у кого есть понятная проблема и конкретный оффер.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4749E-68CE-4167-8E20-89C8E591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0C9D9-8C02-421A-A807-7193531C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Продавай маленький первый шаг: сайт, форма, CTA, booking, trust pack.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3B091-D495-407A-8998-D0AF5A64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CE09E-4B6C-4A51-AF85-DBFF873E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Не обещай результат. Показывай проблему, стоимость работы и быстрый план.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E192F-C894-4981-A51F-B435ED50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E1456-FAC7-4C74-80C4-2BC98F63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Финальную отправку делай вручную, чтобы не ловить блокировки аккаунтов.</a:t>
            </a:r>
          </a:p>
        </p:txBody>
      </p:sp>
    </p:spTree>
    <p:extLst>
      <p:ext uri="{BB962C8B-B14F-4D97-AF65-F5344CB8AC3E}">
        <p14:creationId xmlns:p14="http://schemas.microsoft.com/office/powerpoint/2010/main" val="806133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D55C80-0C01-4D0F-BF4D-0B3A4437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63092-B7F6-4A69-BA21-2F9B8F6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58A17-9954-4A6A-8335-3104B4F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EAFD"/>
                </a:solidFill>
              </a:defRPr>
            </a:pPr>
            <a:r>
              <a:rPr sz="1050" b="1">
                <a:solidFill>
                  <a:srgbClr val="53EAFD"/>
                </a:solidFill>
              </a:rPr>
              <a:t>08 / КОРОТКИЙ ЧЕКЛИСТ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D7481-5DD9-4541-B8E2-A2DC9F69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Что делать каждый день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17199-5A57-46F7-9817-A9FD9D24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AD5E2"/>
                </a:solidFill>
              </a:defRPr>
            </a:pPr>
            <a:r>
              <a:rPr sz="1650" b="0">
                <a:solidFill>
                  <a:srgbClr val="CAD5E2"/>
                </a:solidFill>
              </a:rPr>
              <a:t>Этот слайд можно просто отправить человеку как инструкцию.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737E0-964A-43A5-8FA4-323D0DEA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2D33A-F0B3-4623-8D00-8338F3E9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Открой сайт: web-production-b74c9.up.railway.app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5EE3C-DBA6-48D8-B9DF-23ACE83B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C98E9-B47F-4A18-9917-CACCB5DB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Выбери нишу и гео.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F68F3-2EE9-4864-A726-E3DFC733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D6A79-9A60-4716-BD17-49E82796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432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Поставь лимит 20-50 лидов и нажми Money Machine.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B1136-BE52-4B7E-8035-02504D1F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19405-8CD3-45A6-A803-41FB0BC8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Открой hot-лиды в Lead Workbench: проверь сайт или карту.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FDEDB-57DD-4FAD-8CF9-85971E36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A0CC9-8C91-42B3-B3DE-27A46DA9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Скопируй pitch/бриф, добавь в CRM.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7A336-0B2B-4EAC-990A-F3329EA9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96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846C8-7BA2-4F2E-8D4D-B2E518F7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Отправь вручную 10-20 качественных сообщений.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CA0EC-4136-4CDA-88A3-35C9F5A3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7FFF"/>
          </a:solidFill>
          <a:ln xmlns:a="http://schemas.openxmlformats.org/drawingml/2006/main" w="0">
            <a:solidFill>
              <a:srgbClr val="2B7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DA6C1-DF49-4ED3-A815-CEC3225B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Через 48 часов сделай follow-up.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DC8FB-1F96-42D6-B83D-BEC5EC66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EAFD"/>
                </a:solidFill>
              </a:defRPr>
            </a:pPr>
            <a:r>
              <a:rPr sz="1350" b="0">
                <a:solidFill>
                  <a:srgbClr val="53EAFD"/>
                </a:solidFill>
              </a:rPr>
              <a:t>Версия продукта: SITEMONEY_AUDIT_20260622_SWISS_WORKBENCH</a:t>
            </a:r>
          </a:p>
        </p:txBody>
      </p:sp>
    </p:spTree>
    <p:extLst>
      <p:ext uri="{BB962C8B-B14F-4D97-AF65-F5344CB8AC3E}">
        <p14:creationId xmlns:p14="http://schemas.microsoft.com/office/powerpoint/2010/main" val="639381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2026-06-22T14:05:25.7300000Z</dcterms:created>
  <dcterms:modified xsi:type="dcterms:W3CDTF">2026-06-22T14:05:25.7310000Z</dcterms:modified>
</coreProperties>
</file>